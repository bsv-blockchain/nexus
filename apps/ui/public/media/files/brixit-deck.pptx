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00000" name="tb1800000"/>
          <p:cNvSpPr txBox="1"/>
          <p:nvPr/>
        </p:nvSpPr>
        <p:spPr>
          <a:xfrm>
            <a:off x="800000" y="1800000"/>
            <a:ext cx="8000000" cy="1000000"/>
          </a:xfrm>
          <a:prstGeom prst="rect">
            <a:avLst/>
          </a:prstGeom>
        </p:spPr>
        <p:txBody>
          <a:bodyPr/>
          <a:lstStyle/>
          <a:p>
            <a:r>
              <a:rPr lang="en-GB" sz="5400" b="1"/>
              <a:t>BRIXit</a:t>
            </a:r>
          </a:p>
        </p:txBody>
      </p:sp>
      <p:sp>
        <p:nvSpPr>
          <p:cNvPr id="2900000" name="tb2900000"/>
          <p:cNvSpPr txBox="1"/>
          <p:nvPr/>
        </p:nvSpPr>
        <p:spPr>
          <a:xfrm>
            <a:off x="800000" y="2900000"/>
            <a:ext cx="8000000" cy="1000000"/>
          </a:xfrm>
          <a:prstGeom prst="rect">
            <a:avLst/>
          </a:prstGeom>
        </p:spPr>
        <p:txBody>
          <a:bodyPr/>
          <a:lstStyle/>
          <a:p>
            <a:r>
              <a:rPr lang="en-GB" sz="2000" b="0"/>
              <a:t>Putting a number people can check on a shelf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